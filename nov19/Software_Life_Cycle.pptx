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Life Cycle Phases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Planning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Development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Deployment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Maintenance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&amp; Analysis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Define objectives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Scope and budget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Risk identification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Feasibility Study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Output → Project Plan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Analysis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Functional requirements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Non-functional requirements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cases &amp; user stories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Output → SRS Document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&amp; Prototyping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High level architecture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Database design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UI wireframes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API design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Output → Design Documents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Coding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Version control (Git)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Build tools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Code reviews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Unit testing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Integration testing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System testing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Automation testing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Cloud/on-premise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CI/CD pipelines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Monitoring tools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Rollbacks &amp; patching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Waterfall, Agile, Scrum, Kanban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Sprint planning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Progress tracking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Tools: Jira/Trello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